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Sample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Future value (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t>V</m:t>
                    </m:r>
                  </m:oMath>
                </a14:m>
                <a:r>
                  <a:rPr/>
                  <a:t>) of a cash flow, where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is the stated discount rate per period and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is the number of compounding periods, is as follows: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r>
                        <m:t>V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r</m:t>
                              </m:r>
                            </m:e>
                          </m:d>
                        </m:e>
                        <m:sup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(1)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the number of compounding periods t is very large, that is,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, we compound the initial cash flow on a continuous basis as follows: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r>
                        <m:t>V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r</m:t>
                          </m:r>
                          <m:r>
                            <m:t>t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(2)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dividend cash flows continue to grow at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 indefinitely, then we may rewrite Equation 10 as follows: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∞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D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r>
                                        <m:t>g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t>i</m:t>
                                  </m:r>
                                </m:sup>
                              </m:sSup>
                            </m:num>
                            <m:den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r>
                                        <m:t>r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t>i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(13)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Sample</dc:title>
  <dc:creator/>
  <cp:keywords/>
  <dcterms:created xsi:type="dcterms:W3CDTF">2025-12-12T21:06:24Z</dcterms:created>
  <dcterms:modified xsi:type="dcterms:W3CDTF">2025-12-12T21:06:24Z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html</vt:lpwstr>
  </property>
</Properties>
</file>
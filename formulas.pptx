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Under the cash flow additivity principle, a risk-neutral investor would be indifferent between strategies 1 and 2 under the following condition: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(25)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2025-12-12T20:05:58Z</dcterms:created>
  <dcterms:modified xsi:type="dcterms:W3CDTF">2025-12-12T20:05:58Z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